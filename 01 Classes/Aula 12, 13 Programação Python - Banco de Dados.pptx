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18"/>
  </p:notesMasterIdLst>
  <p:sldIdLst>
    <p:sldId id="256" r:id="rId2"/>
    <p:sldId id="291" r:id="rId3"/>
    <p:sldId id="331" r:id="rId4"/>
    <p:sldId id="338" r:id="rId5"/>
    <p:sldId id="345" r:id="rId6"/>
    <p:sldId id="344" r:id="rId7"/>
    <p:sldId id="339" r:id="rId8"/>
    <p:sldId id="340" r:id="rId9"/>
    <p:sldId id="341" r:id="rId10"/>
    <p:sldId id="342" r:id="rId11"/>
    <p:sldId id="343" r:id="rId12"/>
    <p:sldId id="323" r:id="rId13"/>
    <p:sldId id="333" r:id="rId14"/>
    <p:sldId id="334" r:id="rId15"/>
    <p:sldId id="337" r:id="rId16"/>
    <p:sldId id="309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9460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5634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4280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385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499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02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641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4284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79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81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91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40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0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93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06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96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48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857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53737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 descr="Picture 5">
            <a:extLst>
              <a:ext uri="{FF2B5EF4-FFF2-40B4-BE49-F238E27FC236}">
                <a16:creationId xmlns:a16="http://schemas.microsoft.com/office/drawing/2014/main" id="{6609BD24-7961-44E4-B2CE-86BB3C9EC2A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Picture 6" descr="Picture 6">
            <a:extLst>
              <a:ext uri="{FF2B5EF4-FFF2-40B4-BE49-F238E27FC236}">
                <a16:creationId xmlns:a16="http://schemas.microsoft.com/office/drawing/2014/main" id="{117CBF87-EB84-44CB-B228-C032447DB25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" name="Imagem" descr="Imagem">
            <a:extLst>
              <a:ext uri="{FF2B5EF4-FFF2-40B4-BE49-F238E27FC236}">
                <a16:creationId xmlns:a16="http://schemas.microsoft.com/office/drawing/2014/main" id="{399B75A8-4A78-44D4-A955-A41CAC2A46C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400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ip.pypa.io/en/stable/installatio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default.as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w3schools.com/sql/sql_intro.asp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Xlixv8Ieoc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Programação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sz="3200" b="1" dirty="0">
                <a:solidFill>
                  <a:schemeClr val="bg1"/>
                </a:solidFill>
              </a:rPr>
              <a:t>Aula 12 e 13</a:t>
            </a:r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	banco de dados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86999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DB-API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define uma interface padrão para o banco de dados Python. 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conjunto de ferramentas de banco de dados comuns.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quatro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principais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bancos de dados livres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podem ser acessados do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MySQL, o PostgreSQL e 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Interbase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Firebird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INSTALAÇÃO </a:t>
            </a:r>
            <a:r>
              <a:rPr lang="en-US" b="1" dirty="0" err="1">
                <a:solidFill>
                  <a:srgbClr val="0070C0"/>
                </a:solidFill>
              </a:rPr>
              <a:t>PyTHON</a:t>
            </a:r>
            <a:r>
              <a:rPr lang="en-US" b="1" dirty="0">
                <a:solidFill>
                  <a:srgbClr val="0070C0"/>
                </a:solidFill>
              </a:rPr>
              <a:t>/PIP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https://www.python.org/downloads/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Adicionar/Verificar variáveis de ambiente, path Python. 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https://pip.pypa.io/en/stable/installation/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3511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INSTALAÇÃO DRIVER BD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 o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conector do MySQL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-conector-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Shell (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Atuailzar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versão do Python, </a:t>
            </a: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www.python.org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1076325" lvl="1" indent="-457200" algn="just">
              <a:buAutoNum type="arabicPeriod"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python.exe -m </a:t>
            </a:r>
            <a:r>
              <a:rPr lang="pt-BR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-conector-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(Windows;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pip3 Linux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76325" lvl="1" indent="-457200" algn="just">
              <a:buAutoNum type="arabicPeriod"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python.exe -m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--upgrade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mysql-connector-python</a:t>
            </a:r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6325" lvl="1" indent="-457200" algn="just">
              <a:buAutoNum type="arabicPeriod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python.exe -m pip show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-connector-python</a:t>
            </a:r>
          </a:p>
          <a:p>
            <a:pPr marL="457200" indent="-457200" algn="just">
              <a:buAutoNum type="arabicPeriod"/>
            </a:pP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Instalar no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6325" lvl="1" indent="-457200" algn="just">
              <a:buAutoNum type="arabicPeriod"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Extensão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SQLTolls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Python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IntelliSense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Dracula</a:t>
            </a:r>
          </a:p>
          <a:p>
            <a:pPr marL="1076325" lvl="1" indent="-457200" algn="just">
              <a:buAutoNum type="arabicPeriod"/>
            </a:pP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CTRL+Shift+P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Linter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instalar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pylint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formatador de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76325" lvl="1" indent="-457200" algn="just">
              <a:buAutoNum type="arabicPeriod"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arquivo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settings.json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(Incluir)</a:t>
            </a:r>
          </a:p>
          <a:p>
            <a:pPr marL="1520190" lvl="2" indent="-457200" algn="just">
              <a:buAutoNum type="arabicPeriod"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python.pythonPath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"C:\\Program Files (x86)\\Microsoft Visual Studio\\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\\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Python39_64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\\python.exe"</a:t>
            </a:r>
          </a:p>
        </p:txBody>
      </p:sp>
    </p:spTree>
    <p:extLst>
      <p:ext uri="{BB962C8B-B14F-4D97-AF65-F5344CB8AC3E}">
        <p14:creationId xmlns:p14="http://schemas.microsoft.com/office/powerpoint/2010/main" val="21337975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- </a:t>
            </a:r>
            <a:r>
              <a:rPr lang="en-US" b="1" dirty="0" err="1">
                <a:solidFill>
                  <a:srgbClr val="0070C0"/>
                </a:solidFill>
              </a:rPr>
              <a:t>Conexão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mysql.connector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 de conexão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mysql.connector.connect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localhost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=“banco",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"root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="12")</a:t>
            </a: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is_connected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conectado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 # print(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conn.get_server_info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640185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- SELECT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")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fetchone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("conectado ao banco de dados: ", linha)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is_connected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# testando se está conectado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("Conexão encerrada")</a:t>
            </a:r>
          </a:p>
        </p:txBody>
      </p:sp>
    </p:spTree>
    <p:extLst>
      <p:ext uri="{BB962C8B-B14F-4D97-AF65-F5344CB8AC3E}">
        <p14:creationId xmlns:p14="http://schemas.microsoft.com/office/powerpoint/2010/main" val="27940417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– CRUD READ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pt-B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departamento"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fetchall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8442574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– CRUD INSERT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=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("Digite o nome:")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departamento (nome)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(%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 = (nome,)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valor)</a:t>
            </a:r>
          </a:p>
          <a:p>
            <a:pPr marL="0" indent="0" algn="just">
              <a:buNone/>
            </a:pP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("Inserido com sucesso"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46157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– CRUD UPDATE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= 63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= "recursos humanos"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%s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= %s"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 = (nome, id)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valores)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("Atualizado com sucesso")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98630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– CRUD DELETE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= 63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"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= %s"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 = (id,)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valor)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linha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fetchone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(linha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# ou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linha.rowcount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0: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("Excluído com sucesso")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03364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Site: </a:t>
            </a:r>
            <a:r>
              <a:rPr lang="pt-B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https://www.w3schools.com/sql/default.asp</a:t>
            </a:r>
            <a:endParaRPr lang="pt-BR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 </a:t>
            </a:r>
            <a:r>
              <a:rPr lang="pt-B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https://www.w3schools.com/sql/sql_intro.asp</a:t>
            </a:r>
            <a:endParaRPr lang="pt-BR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https://www.youtube.com/watch?v=FXlixv8Ieoc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Desafios em Sala de Aula.</a:t>
            </a: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Atividade (domínio – livre escolha)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Criar uma app, implementando um CRUD.</a:t>
            </a: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SEBESTA, Robert W. Conceitos de Linguagens de Programação. 11. edição. Porto Alegre: Bookman, 2018., Capítulo 1 (Preliminares).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BORGES, Luiz Eduardo. Python para desenvolvedores: aborda Python 3.3.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Novatec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Editora, 2014.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Programação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3849</TotalTime>
  <Words>758</Words>
  <Application>Microsoft Office PowerPoint</Application>
  <PresentationFormat>Apresentação na tela (16:9)</PresentationFormat>
  <Paragraphs>100</Paragraphs>
  <Slides>16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Gill Sans MT</vt:lpstr>
      <vt:lpstr>Times New Roman</vt:lpstr>
      <vt:lpstr>Galeria</vt:lpstr>
      <vt:lpstr>Programação Python</vt:lpstr>
      <vt:lpstr>Aula 12 e 13  banco de dados</vt:lpstr>
      <vt:lpstr>Python – BANCO DE DADOS</vt:lpstr>
      <vt:lpstr>Python – INSTALAÇÃO PyTHON/PIP</vt:lpstr>
      <vt:lpstr>Python – INSTALAÇÃO DRIVER BD</vt:lpstr>
      <vt:lpstr>Python – BANCO DE DADOS - Conexão</vt:lpstr>
      <vt:lpstr>Python – BANCO DE DADOS - SELECT</vt:lpstr>
      <vt:lpstr>Python – BANCO DE DADOS – CRUD READ</vt:lpstr>
      <vt:lpstr>Python – BANCO DE DADOS – CRUD INSERT</vt:lpstr>
      <vt:lpstr>Python – BANCO DE DADOS – CRUD UPDATE</vt:lpstr>
      <vt:lpstr>Python – BANCO DE DADOS – CRUD DELETE</vt:lpstr>
      <vt:lpstr>Leitura Específica</vt:lpstr>
      <vt:lpstr>Aprenda+</vt:lpstr>
      <vt:lpstr>Dinâmica/Atividades</vt:lpstr>
      <vt:lpstr>Referências Bibliográficas</vt:lpstr>
      <vt:lpstr>Programação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690</cp:revision>
  <dcterms:created xsi:type="dcterms:W3CDTF">2020-03-17T20:12:34Z</dcterms:created>
  <dcterms:modified xsi:type="dcterms:W3CDTF">2025-10-14T16:58:40Z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